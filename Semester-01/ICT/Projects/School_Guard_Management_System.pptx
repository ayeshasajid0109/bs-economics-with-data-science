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4" r:id="rId3"/>
    <p:sldId id="265" r:id="rId4"/>
    <p:sldId id="263" r:id="rId5"/>
    <p:sldId id="257" r:id="rId6"/>
    <p:sldId id="258" r:id="rId7"/>
    <p:sldId id="259" r:id="rId8"/>
    <p:sldId id="262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919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8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05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1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133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85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70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82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5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2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129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930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49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263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002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3925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331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7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School Guard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Project Overview</a:t>
            </a:r>
            <a:endParaRPr lang="en-US" dirty="0"/>
          </a:p>
          <a:p>
            <a:r>
              <a:rPr lang="en-US" dirty="0"/>
              <a:t>By : Ayesha Sajid (036)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AB9AE-19AC-1DDA-F177-46D57C3A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83623-BD8B-7C52-B2F4-24C4096D2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Schools need proper security management to maintain safety and keep records of security staff. The </a:t>
            </a:r>
            <a:r>
              <a:rPr lang="en-US" b="1" dirty="0"/>
              <a:t>School Guard Management System</a:t>
            </a:r>
            <a:r>
              <a:rPr lang="en-US" dirty="0"/>
              <a:t> is a basic record management project developed using Microsoft Office tools to organize guard information, attendance, duty schedules, and visitor records.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889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BDFF-67C2-08D3-11AA-FC704B181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FE4A0-8FF0-333F-F291-669AA9190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maintain digital records of school guards </a:t>
            </a:r>
          </a:p>
          <a:p>
            <a:r>
              <a:rPr lang="en-US" dirty="0"/>
              <a:t>To manage guard attendance efficiently </a:t>
            </a:r>
          </a:p>
          <a:p>
            <a:r>
              <a:rPr lang="en-US" dirty="0"/>
              <a:t>To organize duty schedules and shifts </a:t>
            </a:r>
          </a:p>
          <a:p>
            <a:r>
              <a:rPr lang="en-US" dirty="0"/>
              <a:t>To maintain visitor entry records </a:t>
            </a:r>
          </a:p>
          <a:p>
            <a:r>
              <a:rPr lang="en-US" dirty="0"/>
              <a:t>To reduce manual paperwork </a:t>
            </a:r>
          </a:p>
          <a:p>
            <a:r>
              <a:rPr lang="en-US" dirty="0"/>
              <a:t>To improve data organization and accessibility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93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68956-4248-9B3A-8488-E18C4DB9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Used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D9BD6-064C-153B-086C-B6A260E25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Microsoft Excel</a:t>
            </a:r>
            <a:endParaRPr lang="en-US" dirty="0"/>
          </a:p>
          <a:p>
            <a:r>
              <a:rPr lang="en-US" dirty="0"/>
              <a:t>Used for storing and managing data </a:t>
            </a:r>
          </a:p>
          <a:p>
            <a:r>
              <a:rPr lang="en-US" dirty="0"/>
              <a:t>Created guard records, attendance sheets, and schedules </a:t>
            </a:r>
          </a:p>
          <a:p>
            <a:r>
              <a:rPr lang="en-US" dirty="0"/>
              <a:t>Used formulas for calculations and summaries </a:t>
            </a:r>
          </a:p>
          <a:p>
            <a:r>
              <a:rPr lang="en-US" b="1" dirty="0"/>
              <a:t>Microsoft Word</a:t>
            </a:r>
            <a:endParaRPr lang="en-US" dirty="0"/>
          </a:p>
          <a:p>
            <a:r>
              <a:rPr lang="en-US" dirty="0"/>
              <a:t>Used for project documentation and report writing </a:t>
            </a:r>
          </a:p>
          <a:p>
            <a:r>
              <a:rPr lang="en-US" b="1" dirty="0"/>
              <a:t>Microsoft PowerPoint</a:t>
            </a:r>
            <a:endParaRPr lang="en-US" dirty="0"/>
          </a:p>
          <a:p>
            <a:r>
              <a:rPr lang="en-US" dirty="0"/>
              <a:t>Used for project 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6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Modules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1. Guard Information Management</a:t>
            </a:r>
          </a:p>
          <a:p>
            <a:r>
              <a:rPr lang="en-US" dirty="0"/>
              <a:t>Guard ID </a:t>
            </a:r>
          </a:p>
          <a:p>
            <a:r>
              <a:rPr lang="en-US" dirty="0"/>
              <a:t>Name </a:t>
            </a:r>
          </a:p>
          <a:p>
            <a:r>
              <a:rPr lang="en-US" dirty="0"/>
              <a:t>Contact information </a:t>
            </a:r>
          </a:p>
          <a:p>
            <a:r>
              <a:rPr lang="en-US" dirty="0"/>
              <a:t>Shift details </a:t>
            </a:r>
          </a:p>
          <a:p>
            <a:r>
              <a:rPr lang="en-US" dirty="0"/>
              <a:t>Joining date </a:t>
            </a:r>
          </a:p>
          <a:p>
            <a:r>
              <a:rPr lang="en-US" b="1" dirty="0"/>
              <a:t>2. Attendance Management</a:t>
            </a:r>
          </a:p>
          <a:p>
            <a:r>
              <a:rPr lang="en-US" dirty="0"/>
              <a:t>Daily attendance record </a:t>
            </a:r>
          </a:p>
          <a:p>
            <a:r>
              <a:rPr lang="en-US" dirty="0"/>
              <a:t>Present/Absent tracking </a:t>
            </a:r>
          </a:p>
          <a:p>
            <a:r>
              <a:rPr lang="en-US" dirty="0"/>
              <a:t>Attendance percentage calculation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Duty Schedule &amp; Visitor Management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Duty Schedule &amp; Visitor Management</a:t>
            </a:r>
          </a:p>
          <a:p>
            <a:r>
              <a:rPr lang="en-US" dirty="0"/>
              <a:t>Assign guards to different locations </a:t>
            </a:r>
          </a:p>
          <a:p>
            <a:r>
              <a:rPr lang="en-US" dirty="0"/>
              <a:t>Manage morning, evening, and night shifts </a:t>
            </a:r>
          </a:p>
          <a:p>
            <a:r>
              <a:rPr lang="en-US" b="1" dirty="0"/>
              <a:t>Visitor Register Module</a:t>
            </a:r>
            <a:endParaRPr lang="en-US" dirty="0"/>
          </a:p>
          <a:p>
            <a:r>
              <a:rPr lang="en-US" dirty="0"/>
              <a:t>Record visitor name CNIC/contact details Purpose of visit Entry and exit time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Excel Data Management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Excel Features Used</a:t>
            </a:r>
            <a:endParaRPr lang="en-US" dirty="0"/>
          </a:p>
          <a:p>
            <a:r>
              <a:rPr lang="en-US" dirty="0"/>
              <a:t>Data entry tables </a:t>
            </a:r>
          </a:p>
          <a:p>
            <a:r>
              <a:rPr lang="en-US" dirty="0"/>
              <a:t>Sorting and filtering </a:t>
            </a:r>
          </a:p>
          <a:p>
            <a:r>
              <a:rPr lang="en-US" dirty="0"/>
              <a:t>Formulas for calculations </a:t>
            </a:r>
          </a:p>
          <a:p>
            <a:r>
              <a:rPr lang="en-US" dirty="0"/>
              <a:t>Conditional formatting </a:t>
            </a:r>
          </a:p>
          <a:p>
            <a:r>
              <a:rPr lang="en-US" dirty="0"/>
              <a:t>Charts for attendance analysis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Present/Absent summary </a:t>
            </a:r>
          </a:p>
          <a:p>
            <a:r>
              <a:rPr lang="en-US" dirty="0"/>
              <a:t>Guard duty record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313B-DBCD-71C4-FE09-9D45ACCD5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Benefits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B15DF-DDCB-1B7D-9AF1-8BC2C7B30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Organized records </a:t>
            </a:r>
          </a:p>
          <a:p>
            <a:r>
              <a:rPr lang="en-US" dirty="0"/>
              <a:t>Easy attendance tracking </a:t>
            </a:r>
          </a:p>
          <a:p>
            <a:r>
              <a:rPr lang="en-US" dirty="0"/>
              <a:t>Better security management </a:t>
            </a:r>
          </a:p>
          <a:p>
            <a:r>
              <a:rPr lang="en-US" dirty="0"/>
              <a:t>Simple reporting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562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9DE90-043E-3688-5A95-331A43690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6D4F3-4522-F172-BA4A-FD8D15BBF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School Guard Management System demonstrates the practical use of ICT tools for solving real-world management problems.</a:t>
            </a:r>
          </a:p>
          <a:p>
            <a:pPr marL="0" indent="0">
              <a:buNone/>
            </a:pPr>
            <a:r>
              <a:rPr lang="en-US" dirty="0"/>
              <a:t>By using Microsoft Excel, Word, and PowerPoint, school security records can be maintained in an organized and efficient way.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788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A2EF-1704-F3A2-69BE-3691FD32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65F1-33DC-1EAC-4104-09ECACF0F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5400" dirty="0"/>
          </a:p>
          <a:p>
            <a:pPr marL="0" indent="0" algn="ctr">
              <a:buNone/>
            </a:pPr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59686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</TotalTime>
  <Words>295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School Guard Management System</vt:lpstr>
      <vt:lpstr>Introduction </vt:lpstr>
      <vt:lpstr>Project Objectives </vt:lpstr>
      <vt:lpstr>Software Used </vt:lpstr>
      <vt:lpstr>System Modules</vt:lpstr>
      <vt:lpstr>Duty Schedule &amp; Visitor Management</vt:lpstr>
      <vt:lpstr>Excel Data Management </vt:lpstr>
      <vt:lpstr>Benefits </vt:lpstr>
      <vt:lpstr>Conclusion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(FA25-BED-036) AYESHA SAJID</cp:lastModifiedBy>
  <cp:revision>2</cp:revision>
  <dcterms:created xsi:type="dcterms:W3CDTF">2013-01-27T09:14:16Z</dcterms:created>
  <dcterms:modified xsi:type="dcterms:W3CDTF">2026-07-20T13:18:48Z</dcterms:modified>
  <cp:category/>
</cp:coreProperties>
</file>